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3"/>
  </p:notesMasterIdLst>
  <p:handoutMasterIdLst>
    <p:handoutMasterId r:id="rId24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0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73" autoAdjust="0"/>
    <p:restoredTop sz="95033" autoAdjust="0"/>
  </p:normalViewPr>
  <p:slideViewPr>
    <p:cSldViewPr snapToGrid="0">
      <p:cViewPr varScale="1">
        <p:scale>
          <a:sx n="110" d="100"/>
          <a:sy n="110" d="100"/>
        </p:scale>
        <p:origin x="552" y="18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10/12/26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10/12/26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urabhJD/Healthcare-Analytics-for-Doctor-Visit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1865" y="4636851"/>
            <a:ext cx="5432748" cy="861497"/>
          </a:xfrm>
        </p:spPr>
        <p:txBody>
          <a:bodyPr/>
          <a:lstStyle/>
          <a:p>
            <a:r>
              <a:rPr lang="en-US" b="0" dirty="0">
                <a:solidFill>
                  <a:schemeClr val="tx1"/>
                </a:solidFill>
              </a:rPr>
              <a:t>Student Name: </a:t>
            </a:r>
            <a:r>
              <a:rPr lang="en-US" b="0" dirty="0" err="1">
                <a:solidFill>
                  <a:schemeClr val="tx1"/>
                </a:solidFill>
              </a:rPr>
              <a:t>Saurabhjyoti</a:t>
            </a:r>
            <a:r>
              <a:rPr lang="en-US" b="0" dirty="0">
                <a:solidFill>
                  <a:schemeClr val="tx1"/>
                </a:solidFill>
              </a:rPr>
              <a:t> Deuri</a:t>
            </a:r>
          </a:p>
          <a:p>
            <a:r>
              <a:rPr lang="en-US" b="0" dirty="0">
                <a:solidFill>
                  <a:schemeClr val="tx1"/>
                </a:solidFill>
              </a:rPr>
              <a:t>AICTE STU ID: </a:t>
            </a:r>
            <a:r>
              <a:rPr lang="en-IN" b="0" dirty="0">
                <a:solidFill>
                  <a:srgbClr val="030712"/>
                </a:solidFill>
                <a:latin typeface="Times" pitchFamily="2" charset="0"/>
              </a:rPr>
              <a:t>STU61c4a43749ce51640277047</a:t>
            </a:r>
          </a:p>
          <a:p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857" y="3078866"/>
            <a:ext cx="8912507" cy="576631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200" dirty="0"/>
              <a:t>Project Title - Healthcare Analytics for Doctor Visits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340528"/>
            <a:ext cx="6431280" cy="4143015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</a:pPr>
            <a:endParaRPr lang="en-US" sz="2900" b="1" dirty="0"/>
          </a:p>
          <a:p>
            <a:pPr>
              <a:spcBef>
                <a:spcPts val="0"/>
              </a:spcBef>
            </a:pPr>
            <a:r>
              <a:rPr lang="en-US" sz="2900" b="1" dirty="0"/>
              <a:t>Why do some people visit a doctor more often      than others?</a:t>
            </a:r>
            <a:endParaRPr lang="en-IN" sz="2900" b="1" dirty="0"/>
          </a:p>
          <a:p>
            <a:pPr>
              <a:lnSpc>
                <a:spcPct val="150000"/>
              </a:lnSpc>
            </a:pPr>
            <a:r>
              <a:rPr lang="en-IN" sz="2800" dirty="0"/>
              <a:t>The dataset shows that people with poorer health visit most, particularly those with reduced activity, frequent illnesses, low health scores, or chronic conditions. Older, female, and lower-income individuals also visit more. Private insurance shows little association with visits, while free-coverage effects vary: </a:t>
            </a:r>
            <a:r>
              <a:rPr lang="en-IN" sz="2800" b="1" dirty="0" err="1"/>
              <a:t>freerepat</a:t>
            </a:r>
            <a:r>
              <a:rPr lang="en-IN" sz="2800" dirty="0"/>
              <a:t> users visit more, whereas </a:t>
            </a:r>
            <a:r>
              <a:rPr lang="en-IN" sz="2800" b="1" dirty="0" err="1"/>
              <a:t>freepoor</a:t>
            </a:r>
            <a:r>
              <a:rPr lang="en-IN" sz="2800" dirty="0"/>
              <a:t> users visit less.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323191"/>
            <a:ext cx="9677700" cy="3958814"/>
          </a:xfrm>
        </p:spPr>
        <p:txBody>
          <a:bodyPr>
            <a:normAutofit/>
          </a:bodyPr>
          <a:lstStyle/>
          <a:p>
            <a:r>
              <a:rPr lang="en-GB" dirty="0"/>
              <a:t>Project Description:</a:t>
            </a:r>
            <a:br>
              <a:rPr lang="en-GB" dirty="0"/>
            </a:br>
            <a:br>
              <a:rPr lang="en-GB" dirty="0"/>
            </a:br>
            <a:r>
              <a:rPr lang="en-IN" sz="2200" dirty="0"/>
              <a:t>Performed end-to-end EDA in Python on a 5,190-record healthcare dataset to identify factors associated with doctor visits, handling a highly skewed target (80% zeros) through group comparisons and multi-factor checks. Found health status to be the strongest driver of visits, with smaller effects from age, gender and income.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1066" y="1624404"/>
            <a:ext cx="9767941" cy="49054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/>
              <a:t>Hospital and clinic managers</a:t>
            </a:r>
            <a:r>
              <a:rPr lang="en-IN" sz="2200" dirty="0"/>
              <a:t> could plan staffing, appointment capacity and outpatient services around the groups that visit most.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Insurance companies </a:t>
            </a:r>
            <a:r>
              <a:rPr lang="en-IN" sz="2400" dirty="0"/>
              <a:t>could understand how health status and coverage type relate to doctor visits when designing plans.</a:t>
            </a:r>
            <a:endParaRPr lang="en-IN" sz="2200" dirty="0"/>
          </a:p>
          <a:p>
            <a:pPr>
              <a:lnSpc>
                <a:spcPct val="150000"/>
              </a:lnSpc>
            </a:pPr>
            <a:r>
              <a:rPr lang="en-IN" b="1" dirty="0"/>
              <a:t>Public health researchers and epidemiologists</a:t>
            </a:r>
            <a:r>
              <a:rPr lang="en-IN" dirty="0"/>
              <a:t> could use the results as a starting point for deeper studies, such as the count regression model.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Healthcare data analysts and data science teams</a:t>
            </a:r>
            <a:r>
              <a:rPr lang="en-IN" dirty="0"/>
              <a:t> could reuse the workflow as a template for analysing skewed, count-type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92885"/>
            <a:ext cx="5475992" cy="731519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0918" y="2216074"/>
            <a:ext cx="8127402" cy="3582297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dirty="0"/>
              <a:t>Google </a:t>
            </a:r>
            <a:r>
              <a:rPr lang="en-IN" dirty="0" err="1"/>
              <a:t>Colab</a:t>
            </a:r>
            <a:r>
              <a:rPr lang="en-IN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Python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Libraries used:</a:t>
            </a:r>
          </a:p>
          <a:p>
            <a:pPr lvl="3"/>
            <a:r>
              <a:rPr lang="en-IN" dirty="0"/>
              <a:t>pandas</a:t>
            </a:r>
          </a:p>
          <a:p>
            <a:pPr lvl="3"/>
            <a:r>
              <a:rPr lang="en-IN" dirty="0"/>
              <a:t>NumPy</a:t>
            </a:r>
          </a:p>
          <a:p>
            <a:pPr lvl="3"/>
            <a:r>
              <a:rPr lang="en-IN" dirty="0"/>
              <a:t>matplotlib</a:t>
            </a:r>
          </a:p>
          <a:p>
            <a:pPr lvl="3"/>
            <a:r>
              <a:rPr lang="en-IN" dirty="0"/>
              <a:t>seaborn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1258645"/>
            <a:ext cx="5306291" cy="957429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21C2280-9B3A-3975-7189-5B4D7EAA9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09" y="1152284"/>
            <a:ext cx="4610100" cy="51943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038BEC1-8C60-CE95-F0F5-7E48CA26A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241" y="1387234"/>
            <a:ext cx="50673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DA22D-7D39-5459-39B3-71CFC4AFC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62C3E9-2BF9-E6FC-E3D0-9880B62BA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EE298AD5-803F-0B82-D4B3-D847BEC8B6B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62EB73-A06C-1F69-872B-937DD7BE7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869" y="1029458"/>
            <a:ext cx="6553154" cy="578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17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4AE2F-1302-C521-8021-D4553F632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2A9A35-14AC-18B1-92A8-768F2F2A73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231FA54-50F6-9748-3341-996A15BFA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2366201-168E-E872-201C-8D8DC2D7BD4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D798D121-B9F8-634B-2587-BB2803154608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084CF-EDAB-D80C-048E-4A38E23FD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602" y="301208"/>
            <a:ext cx="7772400" cy="642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57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6B46-3C72-1198-23E6-4E3F273D3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5423C1-767C-C627-394B-820F8A9F34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8A1755A-0DD8-D172-4510-0481BAF8C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5DF70CB-CBCE-34E1-84FB-3014D424570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05621C3-5641-A3B0-3340-E23E2A0D108E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D4BE3F-A28B-0A91-56BC-C1561D748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1483509"/>
            <a:ext cx="10739837" cy="433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2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300A5-3C4E-57D5-037F-6A8A4E495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5F01EC-0390-D6C8-6120-CE0F865FD9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3462364-8EB0-6502-AF01-27704C21F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063372F-BB4A-721B-19F8-6741F354592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C155FB-2454-5487-10A8-A9AEAE8A3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516" y="1081791"/>
            <a:ext cx="5901174" cy="544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0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80E1B-D001-67BF-2435-B757BE14D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CFA49B-CB1A-4AD7-5A4F-ED17BB71FB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A9922FB-D89A-1C7C-01FC-22FF47E00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2E2F30B-5327-080C-5C03-61B0174FDC9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D9D4E2-4C7F-907E-CE48-749447DAA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110" y="1066878"/>
            <a:ext cx="9643325" cy="547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70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2B1BA-2BB2-129F-CAFD-F7EEAC5A8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55F65A-40BD-4C62-35E9-F469688D1D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AF153B4-7195-589F-1DF5-7C3CE21AF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15F70B9-5F43-8800-7F7C-B84DFD1E095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6F1AA0-E9B4-73FF-FC36-69AE3498C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898" y="1031461"/>
            <a:ext cx="9748203" cy="553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6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5B066-5DE4-8B99-C664-C1C92E8C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8A970D-EABC-E790-B6F7-F9D7E11F97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2A8475-75CF-45FF-E851-AE0AA15B8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84882B3-5B78-196E-E580-A55ACD33225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37927-0C4B-4E1F-EF58-B06FA5CD7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33" y="1137553"/>
            <a:ext cx="9651384" cy="548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5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2FBD5-43FF-5948-46B1-79695C2A4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FAC92A-2FCC-0D7D-0A53-8BB99FD5A0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CA52B67-3D1F-081A-DF38-4161C962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9F0D8C8-5B64-5FF0-AAB4-A79FBE62433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D59B2D-13C4-9B94-50CF-E0E981ADA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716" y="1201586"/>
            <a:ext cx="7041768" cy="515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95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2A577-C30C-FECA-BF08-14E7DE3F1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C4A6DE-2269-6F6A-859E-8A337783C7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8FA4041-CB8E-1482-161E-564815F3B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928876-8DC0-EE52-6717-570694CB327C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E82A37-5896-5775-3A2F-1755CFEFB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518" y="1212343"/>
            <a:ext cx="7224359" cy="519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60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86476-AFA3-0DA4-96DD-D97A3BE18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ABA344-1494-85CE-0206-21F7272A05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0058E3A-9EB4-1470-AAC8-06242DE9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E7A96C8-63D2-D8B4-59A3-4E12E3F1012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66725E-C679-922B-8E5C-E7B7CD063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519" y="1201585"/>
            <a:ext cx="7192086" cy="526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5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62E4F-7086-557C-4371-7D0D8CCF0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67FCCF-DDFA-EB5F-49A9-84CFB5E4C4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8CCC228-F25F-7C91-EEDD-D8592CB92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531" y="2059576"/>
            <a:ext cx="3595101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GitHub Link: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FD3F63F-E32D-1B82-5090-EEB373B4DB12}"/>
              </a:ext>
            </a:extLst>
          </p:cNvPr>
          <p:cNvSpPr txBox="1">
            <a:spLocks/>
          </p:cNvSpPr>
          <p:nvPr/>
        </p:nvSpPr>
        <p:spPr>
          <a:xfrm>
            <a:off x="1021531" y="119291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837791-1FC6-07AC-72AB-5835CCE5319A}"/>
              </a:ext>
            </a:extLst>
          </p:cNvPr>
          <p:cNvSpPr txBox="1"/>
          <p:nvPr/>
        </p:nvSpPr>
        <p:spPr>
          <a:xfrm>
            <a:off x="1021531" y="3429000"/>
            <a:ext cx="8921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linkClick r:id="rId3"/>
              </a:rPr>
              <a:t>https://github.com/saurabhJD/Healthcare-Analytics-for-Doctor-Visits.git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2283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728" y="2728886"/>
            <a:ext cx="4295435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3" grpId="0"/>
      <p:bldP spid="30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612</TotalTime>
  <Words>292</Words>
  <Application>Microsoft Macintosh PowerPoint</Application>
  <PresentationFormat>Widescreen</PresentationFormat>
  <Paragraphs>38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Times</vt:lpstr>
      <vt:lpstr>Trebuchet MS</vt:lpstr>
      <vt:lpstr>Wingdings</vt:lpstr>
      <vt:lpstr>Wingdings 3</vt:lpstr>
      <vt:lpstr>Facet</vt:lpstr>
      <vt:lpstr>Project Title - Healthcare Analytics for Doctor Visits</vt:lpstr>
      <vt:lpstr>PROBLEM  STATEMENT</vt:lpstr>
      <vt:lpstr>Project Description:  Performed end-to-end EDA in Python on a 5,190-record healthcare dataset to identify factors associated with doctor visits, handling a highly skewed target (80% zeros) through group comparisons and multi-factor checks. Found health status to be the strongest driver of visits, with smaller effects from age, gender and income.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GitHub Link: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Saurabh Deuri</cp:lastModifiedBy>
  <cp:revision>83</cp:revision>
  <dcterms:created xsi:type="dcterms:W3CDTF">2021-07-11T13:13:15Z</dcterms:created>
  <dcterms:modified xsi:type="dcterms:W3CDTF">2026-10-11T21:23:54Z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